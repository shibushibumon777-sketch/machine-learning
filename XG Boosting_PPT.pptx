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1E110-00CF-7A29-B01A-F344DFE5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F1E8E-2CC0-FDFF-DE78-A2550C6D6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C767F-2D72-F89C-50FE-2911AAF6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5EF0-FE8A-83A1-D0CA-A4238BAD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683FC-2F22-4192-0140-4B9883D1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D1A6-EC89-AE51-3788-B0BC0105D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A1693-7816-4FC4-7AFC-970002E1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433E6-4247-11D7-1AE6-33C1D14B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BD4DA-6794-7385-DC09-6307D13B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15339-E0FB-FB89-122B-D79899F4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84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5F6C-5949-7D88-95B5-1EABCB1A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F638C-EEB9-3416-A6C3-1F48BDE66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96934-142B-B56B-F120-F83A93B4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2C436-0829-D5F6-DC55-E2483A9B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FFC11-E415-C8CE-D116-58890437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3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FB46-9C7F-3406-08E6-E8BDE51E3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3CF0-82C2-3C6F-5148-DBF3286F4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A22DF-4A3D-9528-7280-9382F808C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CF1EA-B0CE-8B8C-77FA-9CD2D204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5BAB2-79DC-BA1C-6D80-A4200420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EC857-5FDA-DEDB-A07E-1CCEA842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0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2DFC-DCA2-703A-6359-0F05DCE9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ABB8D-0476-09E0-8BFD-495A1E38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C19B2-8B4A-8247-A9D2-1D6D29ABB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6735F-0A2D-A077-A2DE-D70A72F3E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3893D-6DAD-73FA-83C8-9895BF8A4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E282D-0FFF-E1A7-CEC1-D47E43AB1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13AC0-7A6A-5BAA-4281-531E12D2B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5DF0A-EFCF-9DDE-25AD-041715B8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08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ADE9-A2DC-6242-929E-393B1F49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EE956-6250-54A0-E66F-E4583CE8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5E1D9-D4F5-E990-06BA-1E14EDEB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747A7-8A97-29EC-3E0D-092F6D746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77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1F7E1-51E6-22E0-0567-32BA600C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B9100-B736-0954-EC20-A95B1BF24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AA045-804C-A4C7-22CF-6E8B0358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61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3B81-F623-5D95-E197-E56ED4A4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CB41-52D7-83D1-10B0-1AE0CAFDC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19FAE-0E67-EAB2-265B-FA363C99E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F63F8-8DB3-F3CD-DD77-C5FD582EA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53109-30E7-F663-1F89-C343DA64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B8CC3-2E83-529B-7928-C81C0F3E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867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1EFA-F369-BD79-7036-0217238E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5DFE8-5B91-55A4-5038-C89F64648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508C-C2CE-FBE5-894B-38BFD8C64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E9EEF-CE2A-B65A-FBF5-30CEFBCE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07261-CCAF-BB25-BA40-9DA489EB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83EEC-42BB-21DF-EDAD-DC7C93EC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11F4-139A-0D06-D51E-6D7ACCE4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469EA-EB75-96B5-F8F2-59AEB54BE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09A90-8B21-7C18-1661-D762248A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1FD5B-8F7F-3ADE-0935-08E9DABB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F3491-6C5E-A366-13B2-535724B3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8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24986-1535-2B54-3A46-9B0A873C6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6F6F6-7E0D-A891-E1B2-6E833DE0D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56C54-F83E-CFFB-8909-D02BF882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6EF1C-F3F2-E804-050E-2D13291BE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76C6B-0683-5860-B774-F89DA8DC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17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5D98C8-CFAB-B4A0-C9AF-DB6BB378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87439-C88A-F2BB-BDB2-9EFB073F4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30BE-8E8F-5929-D255-8CF04C03A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F260A-228C-4107-AF17-A934B21396D4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64695-1682-4215-3A19-657E289DA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6E01-A997-9D47-5BEC-D852D01D1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E2EE-C501-441C-9394-D3C564FD6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65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xgboost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F4B4-A0E3-BCDE-6E32-02E7798A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9334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 err="1"/>
              <a:t>XGBoost</a:t>
            </a:r>
            <a:r>
              <a:rPr lang="en-IN" b="1" u="sng" dirty="0"/>
              <a:t> for Regression</a:t>
            </a:r>
            <a:br>
              <a:rPr lang="en-IN" b="1" u="sng" dirty="0"/>
            </a:br>
            <a:endParaRPr lang="en-IN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8A510-2A1A-2592-AED0-B4A497024606}"/>
              </a:ext>
            </a:extLst>
          </p:cNvPr>
          <p:cNvSpPr txBox="1"/>
          <p:nvPr/>
        </p:nvSpPr>
        <p:spPr>
          <a:xfrm>
            <a:off x="1147482" y="1658472"/>
            <a:ext cx="9296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0" dirty="0" err="1"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XGBoost</a:t>
            </a:r>
            <a:r>
              <a:rPr lang="en-GB" i="0" dirty="0"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(Extreme Gradient Boosting)</a:t>
            </a:r>
            <a:r>
              <a:rPr lang="en-GB" i="0" dirty="0">
                <a:effectLst/>
                <a:latin typeface="Nunito" pitchFamily="2" charset="0"/>
              </a:rPr>
              <a:t> is an optimized and scalable implementation of the gradient boosting framework designed for supervised learning tasks such as regression. In regression, </a:t>
            </a:r>
            <a:r>
              <a:rPr lang="en-GB" i="0" dirty="0" err="1">
                <a:effectLst/>
                <a:latin typeface="Nunito" pitchFamily="2" charset="0"/>
              </a:rPr>
              <a:t>XGBoost</a:t>
            </a:r>
            <a:r>
              <a:rPr lang="en-GB" i="0" dirty="0">
                <a:effectLst/>
                <a:latin typeface="Nunito" pitchFamily="2" charset="0"/>
              </a:rPr>
              <a:t> aims to predict continuous numeric values by minimizing loss functions while incorporating regularisation to prevent overfitting.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2EA7C-28CD-CDC3-C55F-AF4BF8F06883}"/>
              </a:ext>
            </a:extLst>
          </p:cNvPr>
          <p:cNvSpPr txBox="1"/>
          <p:nvPr/>
        </p:nvSpPr>
        <p:spPr>
          <a:xfrm>
            <a:off x="1147482" y="3429000"/>
            <a:ext cx="9825317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Use </a:t>
            </a:r>
            <a:r>
              <a:rPr lang="en-GB" b="1" i="0" dirty="0" err="1">
                <a:solidFill>
                  <a:srgbClr val="273239"/>
                </a:solidFill>
                <a:effectLst/>
                <a:latin typeface="Nunito" pitchFamily="2" charset="0"/>
              </a:rPr>
              <a:t>XGBoost</a:t>
            </a: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 in Regression</a:t>
            </a:r>
          </a:p>
          <a:p>
            <a:pPr algn="l" fontAlgn="base">
              <a:lnSpc>
                <a:spcPts val="2100"/>
              </a:lnSpc>
              <a:buNone/>
            </a:pPr>
            <a:endParaRPr lang="en-GB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GB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XGBoost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 is particularly effective for regression problems due to: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Handling Missing Values: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 Automatically handles missing data without requiring imputation.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Feature Importance: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 Provides insight into which features impact predictions.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Scalability: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 Efficient on large datasets with GPU acceleration.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0"/>
              </a:rPr>
              <a:t>Ensemble Learning: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 Combines multiple weak models to create a strong predictive model.</a:t>
            </a:r>
          </a:p>
        </p:txBody>
      </p:sp>
    </p:spTree>
    <p:extLst>
      <p:ext uri="{BB962C8B-B14F-4D97-AF65-F5344CB8AC3E}">
        <p14:creationId xmlns:p14="http://schemas.microsoft.com/office/powerpoint/2010/main" val="142060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XG-Boost.webp">
            <a:extLst>
              <a:ext uri="{FF2B5EF4-FFF2-40B4-BE49-F238E27FC236}">
                <a16:creationId xmlns:a16="http://schemas.microsoft.com/office/drawing/2014/main" id="{CF757285-A2AA-A6EB-DD75-1059D41B9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510553" cy="151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XG-Boost.webp">
            <a:extLst>
              <a:ext uri="{FF2B5EF4-FFF2-40B4-BE49-F238E27FC236}">
                <a16:creationId xmlns:a16="http://schemas.microsoft.com/office/drawing/2014/main" id="{4999CA47-56C5-8E0F-E223-12C56D094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949388" cy="294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D65DF6-0B5E-4907-6796-6D4D937E1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7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EF359-CF52-0585-B02B-ECEFBC070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26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651B6C-7982-44F1-0CE1-3E37D14B4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889000"/>
            <a:ext cx="1016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02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ssue #113 - Interpreting XGBoost predictions">
            <a:extLst>
              <a:ext uri="{FF2B5EF4-FFF2-40B4-BE49-F238E27FC236}">
                <a16:creationId xmlns:a16="http://schemas.microsoft.com/office/drawing/2014/main" id="{18627521-B44B-521F-1A25-89DB490FB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8" y="0"/>
            <a:ext cx="105505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564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112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Nunito</vt:lpstr>
      <vt:lpstr>Office Theme</vt:lpstr>
      <vt:lpstr>XGBoost for Regression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Shibumon R</dc:creator>
  <cp:lastModifiedBy>Shibumon R</cp:lastModifiedBy>
  <cp:revision>8</cp:revision>
  <dcterms:created xsi:type="dcterms:W3CDTF">2026-09-27T09:01:07Z</dcterms:created>
  <dcterms:modified xsi:type="dcterms:W3CDTF">2026-09-27T14:48:28Z</dcterms:modified>
</cp:coreProperties>
</file>