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57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8A702-176A-904B-A7FF-95B2965F52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A1F0F1-5EA0-A68D-7165-C6AA663C4E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D5AD28-9812-5093-A2C7-8BE8C0892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89099-49A7-4718-87F2-96EBB6924A89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17B9B5-072C-C7DD-ED89-DE98C710F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CE5AD1-114E-8708-6D71-05C41C947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0F0C3-7EC3-438D-94CF-DF447F1737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63527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14C54-6CE2-AE86-5247-85C64D37A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2DD17D-5043-2149-103C-302B679B06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D552A8-F265-7CA7-213E-965227FEDC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89099-49A7-4718-87F2-96EBB6924A89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B5E3CD-ABD3-E5A3-486B-703EC3B9A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9F34AD-E196-0595-A83D-F3EA14AD2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0F0C3-7EC3-438D-94CF-DF447F1737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72675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1656C-2D66-09AF-2109-988DA837E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CD6FB0-51F7-AE30-6D14-6D484505E6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124B5D-612E-85D5-1E95-2BF52BD78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89099-49A7-4718-87F2-96EBB6924A89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75A00B-C936-94D9-CBBB-DC9488F79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96E8EE-A1E0-0CC8-F505-7B555FBD6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0F0C3-7EC3-438D-94CF-DF447F1737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33678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72D48-C1E7-4FC7-0D48-BE7667C97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C71C37-4909-4CC2-0507-286AD5EE58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1297EC-EBDF-D02E-0276-BB2746B60C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CFB3FA-30A1-2667-1E25-F4BFD7001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89099-49A7-4718-87F2-96EBB6924A89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638AC5-0F8E-DE8F-E58D-987FEAD56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0A08F7-DA92-8928-94E0-B2B8E23BD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0F0C3-7EC3-438D-94CF-DF447F1737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63044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D6180-B3E8-8462-78D2-D10DB5EAC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AC5FA7-489F-1965-3DCF-88508505C7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A0008A-406A-1411-3EEE-ECE6DFF4E0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5CB6EB-ACDF-F1A5-EF0C-E5B7EA1E8B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ED1526-E160-C2BB-6F72-10DF905D03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89EA70-7892-99BC-551B-6C5923CD6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89099-49A7-4718-87F2-96EBB6924A89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12F578-F6F6-667A-F8CB-B8A10576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41ACB7-34CC-C1D3-0EDA-9EEC20272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0F0C3-7EC3-438D-94CF-DF447F1737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32144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927EC-40D8-4128-0DB6-B022B3697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398224-FD83-411A-43A1-E2151D5B7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89099-49A7-4718-87F2-96EBB6924A89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1FF4DA-7B5A-A970-57C5-E60ABEBF3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ADE8A1-88CC-AD67-37E4-06985DBAB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0F0C3-7EC3-438D-94CF-DF447F1737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39138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D0A54D8-CEAB-F6F4-F9E5-F2EFBCDDD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89099-49A7-4718-87F2-96EBB6924A89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8336BA-F16C-2B06-2B2A-EFE6CB83C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7CB149-AC25-8AB1-3F09-458E4B0C6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0F0C3-7EC3-438D-94CF-DF447F1737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4204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970C2-9548-B627-BB0E-D66FED2D0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73DEDD-C9D8-C2DC-A353-06487C4331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340B93-CF20-DC06-8ADE-5D0A0D1F44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AEBC78-0751-30E7-9CCB-1998F15A4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89099-49A7-4718-87F2-96EBB6924A89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E27924-CCEC-3F71-B5D8-AD59D145B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64F628-6A28-05C4-B33F-5E0792995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0F0C3-7EC3-438D-94CF-DF447F1737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7364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E9CE4-D599-CF62-9F80-9647AF100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647C60B-9788-D517-C2C3-21C487CAF5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2E4D38-DEF6-FFD4-2C5E-1D93145ADD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DD1634-C1F0-95EF-A244-DCAA277C0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89099-49A7-4718-87F2-96EBB6924A89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5CF8D0-F26F-A3F8-C99A-58F1C4AA4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0E79F4-40C1-F44F-4263-6D3458CC4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0F0C3-7EC3-438D-94CF-DF447F1737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28222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73E4A-8B17-0280-08E1-782BDFBD6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668DDE-52B3-1988-D435-4DBF7FDD7C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D45A07-75C9-1604-9828-75A36B2C2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89099-49A7-4718-87F2-96EBB6924A89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FC1EAB-AE58-1276-7AAB-F1C4476C1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8ABAC8-A1CC-D0DC-49B2-20589CC26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0F0C3-7EC3-438D-94CF-DF447F1737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61546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AEA16B-8485-E96F-3E06-0B1139B2A4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E74646-6DCD-93B6-A218-9A2A316C14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FDCA04-73DD-DD0B-ED5D-F3ACAC0D55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89099-49A7-4718-87F2-96EBB6924A89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79BB97-88C8-DB40-2711-2512D31BC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3432FB-22E7-1EE9-3D68-E17F485CC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0F0C3-7EC3-438D-94CF-DF447F1737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50013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E98669-7010-1BB6-4721-BF14A64D33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421D7A-16DA-F9E4-94B1-63B4B23E14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6C7769-CFD8-6A4A-6603-DCC276AAEC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E89099-49A7-4718-87F2-96EBB6924A89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10B7FF-0E35-444A-CB7E-72AAC19FD4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1AA755-99B8-CF1E-8753-F8B9FA1774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40F0C3-7EC3-438D-94CF-DF447F1737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848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eeksforgeeks.org/machine-learning/lightgbm-light-gradient-boosting-machine/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ebp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ebp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ebp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8406E1A-C80F-9E12-A3FE-AC9CC653AE87}"/>
              </a:ext>
            </a:extLst>
          </p:cNvPr>
          <p:cNvSpPr txBox="1"/>
          <p:nvPr/>
        </p:nvSpPr>
        <p:spPr>
          <a:xfrm>
            <a:off x="842682" y="1744106"/>
            <a:ext cx="761647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 i="0" dirty="0">
                <a:solidFill>
                  <a:srgbClr val="273239"/>
                </a:solidFill>
                <a:effectLst/>
                <a:latin typeface="Nunito" pitchFamily="2" charset="0"/>
              </a:rPr>
              <a:t>LG Boosting is an open-source gradient boosting framework designed for efficient and scalable machine learning. It works for both structured and unstructured data and is optimized for speed and memory usage.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C01830-57C2-C913-19B3-61831DB62C61}"/>
              </a:ext>
            </a:extLst>
          </p:cNvPr>
          <p:cNvSpPr txBox="1"/>
          <p:nvPr/>
        </p:nvSpPr>
        <p:spPr>
          <a:xfrm>
            <a:off x="1147482" y="547886"/>
            <a:ext cx="76164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b="1" i="0" dirty="0">
                <a:solidFill>
                  <a:srgbClr val="357960"/>
                </a:solidFill>
                <a:effectLst/>
                <a:latin typeface="Nunito" pitchFamily="2" charset="0"/>
                <a:hlinkClick r:id="rId2"/>
              </a:rPr>
              <a:t>LG Boosting (Light Gradient Boosting Machine)</a:t>
            </a:r>
            <a:endParaRPr lang="en-IN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8851A1-DE27-E87F-53DA-64AB74AC5868}"/>
              </a:ext>
            </a:extLst>
          </p:cNvPr>
          <p:cNvSpPr txBox="1"/>
          <p:nvPr/>
        </p:nvSpPr>
        <p:spPr>
          <a:xfrm>
            <a:off x="1147482" y="2977461"/>
            <a:ext cx="6096000" cy="3000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273239"/>
                </a:solidFill>
                <a:effectLst/>
                <a:latin typeface="Nunito" pitchFamily="2" charset="0"/>
              </a:rPr>
              <a:t>Handles large datasets with millions of rows and columns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273239"/>
                </a:solidFill>
                <a:effectLst/>
                <a:latin typeface="Nunito" pitchFamily="2" charset="0"/>
              </a:rPr>
              <a:t>Supports parallel and distributed computing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273239"/>
                </a:solidFill>
                <a:effectLst/>
                <a:latin typeface="Nunito" pitchFamily="2" charset="0"/>
              </a:rPr>
              <a:t>Uses histogram-based techniques and leaf-wise tree growth for efficiency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273239"/>
                </a:solidFill>
                <a:effectLst/>
                <a:latin typeface="Nunito" pitchFamily="2" charset="0"/>
              </a:rPr>
              <a:t>Provides options like Exclusive Feature Bundling (EFB) and Gradient-based One-Side Sampling (GOSS) for faster computation and reduced memory usage</a:t>
            </a:r>
          </a:p>
        </p:txBody>
      </p:sp>
    </p:spTree>
    <p:extLst>
      <p:ext uri="{BB962C8B-B14F-4D97-AF65-F5344CB8AC3E}">
        <p14:creationId xmlns:p14="http://schemas.microsoft.com/office/powerpoint/2010/main" val="30415951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AB88C8C-8288-9FAA-2A83-601A4E2A86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000" y="889000"/>
            <a:ext cx="10160000" cy="5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00853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EE0D797-43DF-CA0F-1AC6-56413AE4E3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000" y="889000"/>
            <a:ext cx="10160000" cy="5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64117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68AFDE7-416A-7984-5C8B-F002C634EE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000" y="889000"/>
            <a:ext cx="10160000" cy="5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5323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LightGBM Algorithm: The Key to Winning Machine Learning Competitions">
            <a:extLst>
              <a:ext uri="{FF2B5EF4-FFF2-40B4-BE49-F238E27FC236}">
                <a16:creationId xmlns:a16="http://schemas.microsoft.com/office/drawing/2014/main" id="{FA7417A2-2B05-DF55-C176-40FF2AD962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50925"/>
            <a:ext cx="12192000" cy="4754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70300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87</Words>
  <Application>Microsoft Office PowerPoint</Application>
  <PresentationFormat>Widescreen</PresentationFormat>
  <Paragraphs>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Nunito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Shibumon R</dc:creator>
  <cp:lastModifiedBy>Shibumon R</cp:lastModifiedBy>
  <cp:revision>3</cp:revision>
  <dcterms:created xsi:type="dcterms:W3CDTF">2026-09-27T14:52:38Z</dcterms:created>
  <dcterms:modified xsi:type="dcterms:W3CDTF">2026-09-27T15:20:56Z</dcterms:modified>
</cp:coreProperties>
</file>