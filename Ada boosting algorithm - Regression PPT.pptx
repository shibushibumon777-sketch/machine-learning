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971D3-EB75-C0E3-34D1-2C2765DB9C3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4A8E9A89-5E85-8E93-7B3C-B9100F7F1C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32B69E45-0516-10E4-0A8D-A699A934854D}"/>
              </a:ext>
            </a:extLst>
          </p:cNvPr>
          <p:cNvSpPr>
            <a:spLocks noGrp="1"/>
          </p:cNvSpPr>
          <p:nvPr>
            <p:ph type="dt" sz="half" idx="10"/>
          </p:nvPr>
        </p:nvSpPr>
        <p:spPr/>
        <p:txBody>
          <a:bodyPr/>
          <a:lstStyle/>
          <a:p>
            <a:fld id="{E2D4AD8D-09C1-47C3-86A4-0C256FF9024E}" type="datetimeFigureOut">
              <a:rPr lang="en-IN" smtClean="0"/>
              <a:t>21-09-2026</a:t>
            </a:fld>
            <a:endParaRPr lang="en-IN"/>
          </a:p>
        </p:txBody>
      </p:sp>
      <p:sp>
        <p:nvSpPr>
          <p:cNvPr id="5" name="Footer Placeholder 4">
            <a:extLst>
              <a:ext uri="{FF2B5EF4-FFF2-40B4-BE49-F238E27FC236}">
                <a16:creationId xmlns:a16="http://schemas.microsoft.com/office/drawing/2014/main" id="{DD4CF2BB-F3E7-A7C8-B019-C6F82A40B7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6AAF5A-80D4-3850-0D27-302973266BCD}"/>
              </a:ext>
            </a:extLst>
          </p:cNvPr>
          <p:cNvSpPr>
            <a:spLocks noGrp="1"/>
          </p:cNvSpPr>
          <p:nvPr>
            <p:ph type="sldNum" sz="quarter" idx="12"/>
          </p:nvPr>
        </p:nvSpPr>
        <p:spPr/>
        <p:txBody>
          <a:bodyPr/>
          <a:lstStyle/>
          <a:p>
            <a:fld id="{324E8DA0-88B2-456A-B190-6BA90BA75C2A}" type="slidenum">
              <a:rPr lang="en-IN" smtClean="0"/>
              <a:t>‹#›</a:t>
            </a:fld>
            <a:endParaRPr lang="en-IN"/>
          </a:p>
        </p:txBody>
      </p:sp>
    </p:spTree>
    <p:extLst>
      <p:ext uri="{BB962C8B-B14F-4D97-AF65-F5344CB8AC3E}">
        <p14:creationId xmlns:p14="http://schemas.microsoft.com/office/powerpoint/2010/main" val="1536473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5BF4-C940-AE4C-0048-A421F7C03BC2}"/>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283083F5-B103-8603-FED3-A57DB4D83F8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4E41D6FF-D1D3-771F-4C32-78D11BB60856}"/>
              </a:ext>
            </a:extLst>
          </p:cNvPr>
          <p:cNvSpPr>
            <a:spLocks noGrp="1"/>
          </p:cNvSpPr>
          <p:nvPr>
            <p:ph type="dt" sz="half" idx="10"/>
          </p:nvPr>
        </p:nvSpPr>
        <p:spPr/>
        <p:txBody>
          <a:bodyPr/>
          <a:lstStyle/>
          <a:p>
            <a:fld id="{E2D4AD8D-09C1-47C3-86A4-0C256FF9024E}" type="datetimeFigureOut">
              <a:rPr lang="en-IN" smtClean="0"/>
              <a:t>21-09-2026</a:t>
            </a:fld>
            <a:endParaRPr lang="en-IN"/>
          </a:p>
        </p:txBody>
      </p:sp>
      <p:sp>
        <p:nvSpPr>
          <p:cNvPr id="5" name="Footer Placeholder 4">
            <a:extLst>
              <a:ext uri="{FF2B5EF4-FFF2-40B4-BE49-F238E27FC236}">
                <a16:creationId xmlns:a16="http://schemas.microsoft.com/office/drawing/2014/main" id="{3D0337E1-0EF0-F36E-E1BA-FCFA43D82A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7212E9-5C03-588C-5CAF-D4D6A24CF2E3}"/>
              </a:ext>
            </a:extLst>
          </p:cNvPr>
          <p:cNvSpPr>
            <a:spLocks noGrp="1"/>
          </p:cNvSpPr>
          <p:nvPr>
            <p:ph type="sldNum" sz="quarter" idx="12"/>
          </p:nvPr>
        </p:nvSpPr>
        <p:spPr/>
        <p:txBody>
          <a:bodyPr/>
          <a:lstStyle/>
          <a:p>
            <a:fld id="{324E8DA0-88B2-456A-B190-6BA90BA75C2A}" type="slidenum">
              <a:rPr lang="en-IN" smtClean="0"/>
              <a:t>‹#›</a:t>
            </a:fld>
            <a:endParaRPr lang="en-IN"/>
          </a:p>
        </p:txBody>
      </p:sp>
    </p:spTree>
    <p:extLst>
      <p:ext uri="{BB962C8B-B14F-4D97-AF65-F5344CB8AC3E}">
        <p14:creationId xmlns:p14="http://schemas.microsoft.com/office/powerpoint/2010/main" val="413979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ECFFB-5606-B27D-66ED-FE150C8EC71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B98FC895-81EB-A64A-B134-03E74F68BB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6D88453-5821-F976-0DDD-37B8FD04F2D4}"/>
              </a:ext>
            </a:extLst>
          </p:cNvPr>
          <p:cNvSpPr>
            <a:spLocks noGrp="1"/>
          </p:cNvSpPr>
          <p:nvPr>
            <p:ph type="dt" sz="half" idx="10"/>
          </p:nvPr>
        </p:nvSpPr>
        <p:spPr/>
        <p:txBody>
          <a:bodyPr/>
          <a:lstStyle/>
          <a:p>
            <a:fld id="{E2D4AD8D-09C1-47C3-86A4-0C256FF9024E}" type="datetimeFigureOut">
              <a:rPr lang="en-IN" smtClean="0"/>
              <a:t>21-09-2026</a:t>
            </a:fld>
            <a:endParaRPr lang="en-IN"/>
          </a:p>
        </p:txBody>
      </p:sp>
      <p:sp>
        <p:nvSpPr>
          <p:cNvPr id="5" name="Footer Placeholder 4">
            <a:extLst>
              <a:ext uri="{FF2B5EF4-FFF2-40B4-BE49-F238E27FC236}">
                <a16:creationId xmlns:a16="http://schemas.microsoft.com/office/drawing/2014/main" id="{BA86B8C4-6A33-CF4E-D2C9-671CDAE5EE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D5514E-D0DA-C7D9-BFA7-077E09D65C29}"/>
              </a:ext>
            </a:extLst>
          </p:cNvPr>
          <p:cNvSpPr>
            <a:spLocks noGrp="1"/>
          </p:cNvSpPr>
          <p:nvPr>
            <p:ph type="sldNum" sz="quarter" idx="12"/>
          </p:nvPr>
        </p:nvSpPr>
        <p:spPr/>
        <p:txBody>
          <a:bodyPr/>
          <a:lstStyle/>
          <a:p>
            <a:fld id="{324E8DA0-88B2-456A-B190-6BA90BA75C2A}" type="slidenum">
              <a:rPr lang="en-IN" smtClean="0"/>
              <a:t>‹#›</a:t>
            </a:fld>
            <a:endParaRPr lang="en-IN"/>
          </a:p>
        </p:txBody>
      </p:sp>
    </p:spTree>
    <p:extLst>
      <p:ext uri="{BB962C8B-B14F-4D97-AF65-F5344CB8AC3E}">
        <p14:creationId xmlns:p14="http://schemas.microsoft.com/office/powerpoint/2010/main" val="199625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7AEF7-8606-C6EA-AB6F-FD3BE78FCFD5}"/>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420FDF99-8810-33FC-A6AE-FF9CF9F6FFB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BADBB0FF-DFC9-99CB-F236-7A6852A97F8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C6BB8F48-71FD-1D88-B3D4-51B06330DBAB}"/>
              </a:ext>
            </a:extLst>
          </p:cNvPr>
          <p:cNvSpPr>
            <a:spLocks noGrp="1"/>
          </p:cNvSpPr>
          <p:nvPr>
            <p:ph type="dt" sz="half" idx="10"/>
          </p:nvPr>
        </p:nvSpPr>
        <p:spPr/>
        <p:txBody>
          <a:bodyPr/>
          <a:lstStyle/>
          <a:p>
            <a:fld id="{E2D4AD8D-09C1-47C3-86A4-0C256FF9024E}" type="datetimeFigureOut">
              <a:rPr lang="en-IN" smtClean="0"/>
              <a:t>21-09-2026</a:t>
            </a:fld>
            <a:endParaRPr lang="en-IN"/>
          </a:p>
        </p:txBody>
      </p:sp>
      <p:sp>
        <p:nvSpPr>
          <p:cNvPr id="6" name="Footer Placeholder 5">
            <a:extLst>
              <a:ext uri="{FF2B5EF4-FFF2-40B4-BE49-F238E27FC236}">
                <a16:creationId xmlns:a16="http://schemas.microsoft.com/office/drawing/2014/main" id="{AFE4C0C0-2EE5-EC75-5CAD-66087C6786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8BDE42-79BD-3FCF-8087-54FAA4DECF5C}"/>
              </a:ext>
            </a:extLst>
          </p:cNvPr>
          <p:cNvSpPr>
            <a:spLocks noGrp="1"/>
          </p:cNvSpPr>
          <p:nvPr>
            <p:ph type="sldNum" sz="quarter" idx="12"/>
          </p:nvPr>
        </p:nvSpPr>
        <p:spPr/>
        <p:txBody>
          <a:bodyPr/>
          <a:lstStyle/>
          <a:p>
            <a:fld id="{324E8DA0-88B2-456A-B190-6BA90BA75C2A}" type="slidenum">
              <a:rPr lang="en-IN" smtClean="0"/>
              <a:t>‹#›</a:t>
            </a:fld>
            <a:endParaRPr lang="en-IN"/>
          </a:p>
        </p:txBody>
      </p:sp>
    </p:spTree>
    <p:extLst>
      <p:ext uri="{BB962C8B-B14F-4D97-AF65-F5344CB8AC3E}">
        <p14:creationId xmlns:p14="http://schemas.microsoft.com/office/powerpoint/2010/main" val="3441826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60E06-9679-3372-7D4E-5EC3187B0269}"/>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96AD21B7-6117-F87D-2254-FF2C7FF630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43B7C6B-C669-EABB-69D7-7E87615228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7AF7C9B3-E6D9-73FC-C1E3-F00A25A662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C9C5F49-06CC-E5A5-1B99-22066DDD211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BBB06FC0-11D2-B5FB-33C2-4EB0D7EE39B4}"/>
              </a:ext>
            </a:extLst>
          </p:cNvPr>
          <p:cNvSpPr>
            <a:spLocks noGrp="1"/>
          </p:cNvSpPr>
          <p:nvPr>
            <p:ph type="dt" sz="half" idx="10"/>
          </p:nvPr>
        </p:nvSpPr>
        <p:spPr/>
        <p:txBody>
          <a:bodyPr/>
          <a:lstStyle/>
          <a:p>
            <a:fld id="{E2D4AD8D-09C1-47C3-86A4-0C256FF9024E}" type="datetimeFigureOut">
              <a:rPr lang="en-IN" smtClean="0"/>
              <a:t>21-09-2026</a:t>
            </a:fld>
            <a:endParaRPr lang="en-IN"/>
          </a:p>
        </p:txBody>
      </p:sp>
      <p:sp>
        <p:nvSpPr>
          <p:cNvPr id="8" name="Footer Placeholder 7">
            <a:extLst>
              <a:ext uri="{FF2B5EF4-FFF2-40B4-BE49-F238E27FC236}">
                <a16:creationId xmlns:a16="http://schemas.microsoft.com/office/drawing/2014/main" id="{2D468EE5-EE59-264A-3572-B1F6FA90A28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EF47BDF-8702-EE74-0E80-057B5ED7AEF5}"/>
              </a:ext>
            </a:extLst>
          </p:cNvPr>
          <p:cNvSpPr>
            <a:spLocks noGrp="1"/>
          </p:cNvSpPr>
          <p:nvPr>
            <p:ph type="sldNum" sz="quarter" idx="12"/>
          </p:nvPr>
        </p:nvSpPr>
        <p:spPr/>
        <p:txBody>
          <a:bodyPr/>
          <a:lstStyle/>
          <a:p>
            <a:fld id="{324E8DA0-88B2-456A-B190-6BA90BA75C2A}" type="slidenum">
              <a:rPr lang="en-IN" smtClean="0"/>
              <a:t>‹#›</a:t>
            </a:fld>
            <a:endParaRPr lang="en-IN"/>
          </a:p>
        </p:txBody>
      </p:sp>
    </p:spTree>
    <p:extLst>
      <p:ext uri="{BB962C8B-B14F-4D97-AF65-F5344CB8AC3E}">
        <p14:creationId xmlns:p14="http://schemas.microsoft.com/office/powerpoint/2010/main" val="3132467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65DFA-8E9D-D1AA-670C-1771C8533E43}"/>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5D83214E-342E-B52D-585B-7B889CF778C1}"/>
              </a:ext>
            </a:extLst>
          </p:cNvPr>
          <p:cNvSpPr>
            <a:spLocks noGrp="1"/>
          </p:cNvSpPr>
          <p:nvPr>
            <p:ph type="dt" sz="half" idx="10"/>
          </p:nvPr>
        </p:nvSpPr>
        <p:spPr/>
        <p:txBody>
          <a:bodyPr/>
          <a:lstStyle/>
          <a:p>
            <a:fld id="{E2D4AD8D-09C1-47C3-86A4-0C256FF9024E}" type="datetimeFigureOut">
              <a:rPr lang="en-IN" smtClean="0"/>
              <a:t>21-09-2026</a:t>
            </a:fld>
            <a:endParaRPr lang="en-IN"/>
          </a:p>
        </p:txBody>
      </p:sp>
      <p:sp>
        <p:nvSpPr>
          <p:cNvPr id="4" name="Footer Placeholder 3">
            <a:extLst>
              <a:ext uri="{FF2B5EF4-FFF2-40B4-BE49-F238E27FC236}">
                <a16:creationId xmlns:a16="http://schemas.microsoft.com/office/drawing/2014/main" id="{521382E4-0073-C6AC-DF77-F275902311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C82BB3F-1F76-8DE4-C9B8-5A3C23339D16}"/>
              </a:ext>
            </a:extLst>
          </p:cNvPr>
          <p:cNvSpPr>
            <a:spLocks noGrp="1"/>
          </p:cNvSpPr>
          <p:nvPr>
            <p:ph type="sldNum" sz="quarter" idx="12"/>
          </p:nvPr>
        </p:nvSpPr>
        <p:spPr/>
        <p:txBody>
          <a:bodyPr/>
          <a:lstStyle/>
          <a:p>
            <a:fld id="{324E8DA0-88B2-456A-B190-6BA90BA75C2A}" type="slidenum">
              <a:rPr lang="en-IN" smtClean="0"/>
              <a:t>‹#›</a:t>
            </a:fld>
            <a:endParaRPr lang="en-IN"/>
          </a:p>
        </p:txBody>
      </p:sp>
    </p:spTree>
    <p:extLst>
      <p:ext uri="{BB962C8B-B14F-4D97-AF65-F5344CB8AC3E}">
        <p14:creationId xmlns:p14="http://schemas.microsoft.com/office/powerpoint/2010/main" val="15464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96CC75-68CE-1BAD-40C3-0FAA7FFB5921}"/>
              </a:ext>
            </a:extLst>
          </p:cNvPr>
          <p:cNvSpPr>
            <a:spLocks noGrp="1"/>
          </p:cNvSpPr>
          <p:nvPr>
            <p:ph type="dt" sz="half" idx="10"/>
          </p:nvPr>
        </p:nvSpPr>
        <p:spPr/>
        <p:txBody>
          <a:bodyPr/>
          <a:lstStyle/>
          <a:p>
            <a:fld id="{E2D4AD8D-09C1-47C3-86A4-0C256FF9024E}" type="datetimeFigureOut">
              <a:rPr lang="en-IN" smtClean="0"/>
              <a:t>21-09-2026</a:t>
            </a:fld>
            <a:endParaRPr lang="en-IN"/>
          </a:p>
        </p:txBody>
      </p:sp>
      <p:sp>
        <p:nvSpPr>
          <p:cNvPr id="3" name="Footer Placeholder 2">
            <a:extLst>
              <a:ext uri="{FF2B5EF4-FFF2-40B4-BE49-F238E27FC236}">
                <a16:creationId xmlns:a16="http://schemas.microsoft.com/office/drawing/2014/main" id="{AC19CD29-4D55-5F9C-D709-7E202F74F05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820F68A-63DE-9920-FE1D-2720F293FAF3}"/>
              </a:ext>
            </a:extLst>
          </p:cNvPr>
          <p:cNvSpPr>
            <a:spLocks noGrp="1"/>
          </p:cNvSpPr>
          <p:nvPr>
            <p:ph type="sldNum" sz="quarter" idx="12"/>
          </p:nvPr>
        </p:nvSpPr>
        <p:spPr/>
        <p:txBody>
          <a:bodyPr/>
          <a:lstStyle/>
          <a:p>
            <a:fld id="{324E8DA0-88B2-456A-B190-6BA90BA75C2A}" type="slidenum">
              <a:rPr lang="en-IN" smtClean="0"/>
              <a:t>‹#›</a:t>
            </a:fld>
            <a:endParaRPr lang="en-IN"/>
          </a:p>
        </p:txBody>
      </p:sp>
    </p:spTree>
    <p:extLst>
      <p:ext uri="{BB962C8B-B14F-4D97-AF65-F5344CB8AC3E}">
        <p14:creationId xmlns:p14="http://schemas.microsoft.com/office/powerpoint/2010/main" val="1952211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28874-8958-48F9-B126-AB9B3E434BB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C2571F29-927C-BC01-E2BB-E2F0E36EC5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36C14038-2D1F-DA40-DDAD-4083AB5ECD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1A59EA9-CFF0-7D13-FADD-A93D18C8CD4E}"/>
              </a:ext>
            </a:extLst>
          </p:cNvPr>
          <p:cNvSpPr>
            <a:spLocks noGrp="1"/>
          </p:cNvSpPr>
          <p:nvPr>
            <p:ph type="dt" sz="half" idx="10"/>
          </p:nvPr>
        </p:nvSpPr>
        <p:spPr/>
        <p:txBody>
          <a:bodyPr/>
          <a:lstStyle/>
          <a:p>
            <a:fld id="{E2D4AD8D-09C1-47C3-86A4-0C256FF9024E}" type="datetimeFigureOut">
              <a:rPr lang="en-IN" smtClean="0"/>
              <a:t>21-09-2026</a:t>
            </a:fld>
            <a:endParaRPr lang="en-IN"/>
          </a:p>
        </p:txBody>
      </p:sp>
      <p:sp>
        <p:nvSpPr>
          <p:cNvPr id="6" name="Footer Placeholder 5">
            <a:extLst>
              <a:ext uri="{FF2B5EF4-FFF2-40B4-BE49-F238E27FC236}">
                <a16:creationId xmlns:a16="http://schemas.microsoft.com/office/drawing/2014/main" id="{4317C878-85B9-12E0-F83B-5C8481CC66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9D8113-487A-5C07-0115-B567364F16E6}"/>
              </a:ext>
            </a:extLst>
          </p:cNvPr>
          <p:cNvSpPr>
            <a:spLocks noGrp="1"/>
          </p:cNvSpPr>
          <p:nvPr>
            <p:ph type="sldNum" sz="quarter" idx="12"/>
          </p:nvPr>
        </p:nvSpPr>
        <p:spPr/>
        <p:txBody>
          <a:bodyPr/>
          <a:lstStyle/>
          <a:p>
            <a:fld id="{324E8DA0-88B2-456A-B190-6BA90BA75C2A}" type="slidenum">
              <a:rPr lang="en-IN" smtClean="0"/>
              <a:t>‹#›</a:t>
            </a:fld>
            <a:endParaRPr lang="en-IN"/>
          </a:p>
        </p:txBody>
      </p:sp>
    </p:spTree>
    <p:extLst>
      <p:ext uri="{BB962C8B-B14F-4D97-AF65-F5344CB8AC3E}">
        <p14:creationId xmlns:p14="http://schemas.microsoft.com/office/powerpoint/2010/main" val="3059056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0C488-98E9-9E86-32C6-6BA263CEB68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E2495710-E651-35E5-F9D5-100C875B83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EC2819-8F64-2FE7-F743-3BA63ADAA8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0F918F1-39D6-DE5E-DD5A-0766EFE02B38}"/>
              </a:ext>
            </a:extLst>
          </p:cNvPr>
          <p:cNvSpPr>
            <a:spLocks noGrp="1"/>
          </p:cNvSpPr>
          <p:nvPr>
            <p:ph type="dt" sz="half" idx="10"/>
          </p:nvPr>
        </p:nvSpPr>
        <p:spPr/>
        <p:txBody>
          <a:bodyPr/>
          <a:lstStyle/>
          <a:p>
            <a:fld id="{E2D4AD8D-09C1-47C3-86A4-0C256FF9024E}" type="datetimeFigureOut">
              <a:rPr lang="en-IN" smtClean="0"/>
              <a:t>21-09-2026</a:t>
            </a:fld>
            <a:endParaRPr lang="en-IN"/>
          </a:p>
        </p:txBody>
      </p:sp>
      <p:sp>
        <p:nvSpPr>
          <p:cNvPr id="6" name="Footer Placeholder 5">
            <a:extLst>
              <a:ext uri="{FF2B5EF4-FFF2-40B4-BE49-F238E27FC236}">
                <a16:creationId xmlns:a16="http://schemas.microsoft.com/office/drawing/2014/main" id="{9E54C879-1957-EC9C-A754-B2A780BF4F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7A8111-5BBE-F2F2-D933-651307B96EA6}"/>
              </a:ext>
            </a:extLst>
          </p:cNvPr>
          <p:cNvSpPr>
            <a:spLocks noGrp="1"/>
          </p:cNvSpPr>
          <p:nvPr>
            <p:ph type="sldNum" sz="quarter" idx="12"/>
          </p:nvPr>
        </p:nvSpPr>
        <p:spPr/>
        <p:txBody>
          <a:bodyPr/>
          <a:lstStyle/>
          <a:p>
            <a:fld id="{324E8DA0-88B2-456A-B190-6BA90BA75C2A}" type="slidenum">
              <a:rPr lang="en-IN" smtClean="0"/>
              <a:t>‹#›</a:t>
            </a:fld>
            <a:endParaRPr lang="en-IN"/>
          </a:p>
        </p:txBody>
      </p:sp>
    </p:spTree>
    <p:extLst>
      <p:ext uri="{BB962C8B-B14F-4D97-AF65-F5344CB8AC3E}">
        <p14:creationId xmlns:p14="http://schemas.microsoft.com/office/powerpoint/2010/main" val="1626621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1F5E4-684E-A226-53CB-F01BE8E2F806}"/>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1F08DA73-245A-E07B-2289-63B5B3B6D4D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C031D11-37CC-BAD0-6F16-391F711A0C39}"/>
              </a:ext>
            </a:extLst>
          </p:cNvPr>
          <p:cNvSpPr>
            <a:spLocks noGrp="1"/>
          </p:cNvSpPr>
          <p:nvPr>
            <p:ph type="dt" sz="half" idx="10"/>
          </p:nvPr>
        </p:nvSpPr>
        <p:spPr/>
        <p:txBody>
          <a:bodyPr/>
          <a:lstStyle/>
          <a:p>
            <a:fld id="{E2D4AD8D-09C1-47C3-86A4-0C256FF9024E}" type="datetimeFigureOut">
              <a:rPr lang="en-IN" smtClean="0"/>
              <a:t>21-09-2026</a:t>
            </a:fld>
            <a:endParaRPr lang="en-IN"/>
          </a:p>
        </p:txBody>
      </p:sp>
      <p:sp>
        <p:nvSpPr>
          <p:cNvPr id="5" name="Footer Placeholder 4">
            <a:extLst>
              <a:ext uri="{FF2B5EF4-FFF2-40B4-BE49-F238E27FC236}">
                <a16:creationId xmlns:a16="http://schemas.microsoft.com/office/drawing/2014/main" id="{60936E3E-6D27-8627-08D0-10B9365910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1FEAB8-43AA-11F6-0D80-4DCD434B92D5}"/>
              </a:ext>
            </a:extLst>
          </p:cNvPr>
          <p:cNvSpPr>
            <a:spLocks noGrp="1"/>
          </p:cNvSpPr>
          <p:nvPr>
            <p:ph type="sldNum" sz="quarter" idx="12"/>
          </p:nvPr>
        </p:nvSpPr>
        <p:spPr/>
        <p:txBody>
          <a:bodyPr/>
          <a:lstStyle/>
          <a:p>
            <a:fld id="{324E8DA0-88B2-456A-B190-6BA90BA75C2A}" type="slidenum">
              <a:rPr lang="en-IN" smtClean="0"/>
              <a:t>‹#›</a:t>
            </a:fld>
            <a:endParaRPr lang="en-IN"/>
          </a:p>
        </p:txBody>
      </p:sp>
    </p:spTree>
    <p:extLst>
      <p:ext uri="{BB962C8B-B14F-4D97-AF65-F5344CB8AC3E}">
        <p14:creationId xmlns:p14="http://schemas.microsoft.com/office/powerpoint/2010/main" val="2577327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4B1AEF-24A8-0BA0-8615-4ADBC32F46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C3A142FB-74D3-6CA0-7A69-561F18931CC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959470B-0AD8-F982-4AB3-15B19D1BEADD}"/>
              </a:ext>
            </a:extLst>
          </p:cNvPr>
          <p:cNvSpPr>
            <a:spLocks noGrp="1"/>
          </p:cNvSpPr>
          <p:nvPr>
            <p:ph type="dt" sz="half" idx="10"/>
          </p:nvPr>
        </p:nvSpPr>
        <p:spPr/>
        <p:txBody>
          <a:bodyPr/>
          <a:lstStyle/>
          <a:p>
            <a:fld id="{E2D4AD8D-09C1-47C3-86A4-0C256FF9024E}" type="datetimeFigureOut">
              <a:rPr lang="en-IN" smtClean="0"/>
              <a:t>21-09-2026</a:t>
            </a:fld>
            <a:endParaRPr lang="en-IN"/>
          </a:p>
        </p:txBody>
      </p:sp>
      <p:sp>
        <p:nvSpPr>
          <p:cNvPr id="5" name="Footer Placeholder 4">
            <a:extLst>
              <a:ext uri="{FF2B5EF4-FFF2-40B4-BE49-F238E27FC236}">
                <a16:creationId xmlns:a16="http://schemas.microsoft.com/office/drawing/2014/main" id="{64A66E2A-9C69-8ED6-9BE5-14C5B318B8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8C24D6-E59A-68EC-DFDF-D7904F102A10}"/>
              </a:ext>
            </a:extLst>
          </p:cNvPr>
          <p:cNvSpPr>
            <a:spLocks noGrp="1"/>
          </p:cNvSpPr>
          <p:nvPr>
            <p:ph type="sldNum" sz="quarter" idx="12"/>
          </p:nvPr>
        </p:nvSpPr>
        <p:spPr/>
        <p:txBody>
          <a:bodyPr/>
          <a:lstStyle/>
          <a:p>
            <a:fld id="{324E8DA0-88B2-456A-B190-6BA90BA75C2A}" type="slidenum">
              <a:rPr lang="en-IN" smtClean="0"/>
              <a:t>‹#›</a:t>
            </a:fld>
            <a:endParaRPr lang="en-IN"/>
          </a:p>
        </p:txBody>
      </p:sp>
    </p:spTree>
    <p:extLst>
      <p:ext uri="{BB962C8B-B14F-4D97-AF65-F5344CB8AC3E}">
        <p14:creationId xmlns:p14="http://schemas.microsoft.com/office/powerpoint/2010/main" val="1267395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C861BC-723D-9A61-3B77-25D8E98364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4244DD3E-7902-4317-1167-D442DAFC80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C544406-EB0E-DB38-2E84-D100DEE85B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D4AD8D-09C1-47C3-86A4-0C256FF9024E}" type="datetimeFigureOut">
              <a:rPr lang="en-IN" smtClean="0"/>
              <a:t>21-09-2026</a:t>
            </a:fld>
            <a:endParaRPr lang="en-IN"/>
          </a:p>
        </p:txBody>
      </p:sp>
      <p:sp>
        <p:nvSpPr>
          <p:cNvPr id="5" name="Footer Placeholder 4">
            <a:extLst>
              <a:ext uri="{FF2B5EF4-FFF2-40B4-BE49-F238E27FC236}">
                <a16:creationId xmlns:a16="http://schemas.microsoft.com/office/drawing/2014/main" id="{0C5E3006-901E-98A6-3AC6-585B8A7F41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5C0A6F5-2FFC-F4F2-7443-95A5F87798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4E8DA0-88B2-456A-B190-6BA90BA75C2A}" type="slidenum">
              <a:rPr lang="en-IN" smtClean="0"/>
              <a:t>‹#›</a:t>
            </a:fld>
            <a:endParaRPr lang="en-IN"/>
          </a:p>
        </p:txBody>
      </p:sp>
    </p:spTree>
    <p:extLst>
      <p:ext uri="{BB962C8B-B14F-4D97-AF65-F5344CB8AC3E}">
        <p14:creationId xmlns:p14="http://schemas.microsoft.com/office/powerpoint/2010/main" val="2736196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bing.com/ck/a?!&amp;&amp;p=54d2448765480ba0272fa9fd2ab9fd83b2180a7e6934f49568b4cd2cdd0a9025JmltdHM9MTc4OTg2MjQwMA&amp;ptn=3&amp;ver=2&amp;hsh=4&amp;fclid=12540f75-b9ed-6c43-11d2-18beb80c6dce&amp;u=a1aHR0cHM6Ly93d3cuZ2Vla3Nmb3JnZWVrcy5vcmcvbWFjaGluZS1sZWFybmluZy9hZGFib29zdC1pbi1tYWNoaW5lLWxlYXJuaW5nLw&amp;ntb=1"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1199E9A-C063-1270-0857-A8EC1D80F761}"/>
              </a:ext>
            </a:extLst>
          </p:cNvPr>
          <p:cNvSpPr>
            <a:spLocks noGrp="1"/>
          </p:cNvSpPr>
          <p:nvPr>
            <p:ph type="subTitle" idx="1"/>
          </p:nvPr>
        </p:nvSpPr>
        <p:spPr>
          <a:xfrm>
            <a:off x="1219200" y="1047097"/>
            <a:ext cx="9144000" cy="557585"/>
          </a:xfrm>
        </p:spPr>
        <p:txBody>
          <a:bodyPr/>
          <a:lstStyle/>
          <a:p>
            <a:r>
              <a:rPr lang="en-IN" b="1" dirty="0">
                <a:hlinkClick r:id="rId2"/>
              </a:rPr>
              <a:t>AdaBoost (Adaptive Boosting)</a:t>
            </a:r>
            <a:endParaRPr lang="en-IN" dirty="0"/>
          </a:p>
        </p:txBody>
      </p:sp>
      <p:sp>
        <p:nvSpPr>
          <p:cNvPr id="4" name="Subtitle 2">
            <a:extLst>
              <a:ext uri="{FF2B5EF4-FFF2-40B4-BE49-F238E27FC236}">
                <a16:creationId xmlns:a16="http://schemas.microsoft.com/office/drawing/2014/main" id="{0452CEDA-B68A-22F5-A9DC-2CA5A1722A32}"/>
              </a:ext>
            </a:extLst>
          </p:cNvPr>
          <p:cNvSpPr txBox="1">
            <a:spLocks/>
          </p:cNvSpPr>
          <p:nvPr/>
        </p:nvSpPr>
        <p:spPr>
          <a:xfrm>
            <a:off x="1219200" y="1922929"/>
            <a:ext cx="9144000" cy="368178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1800" dirty="0"/>
              <a:t>AdaBoost (Adaptive Boosting) is an ensemble learning technique that combines multiple weak classifiers to create a strong model. It works by sequentially focusing more on the misclassified data points from previous models, effectively reducing bias and variance, making it useful for regression tasks as well as classification tasks.</a:t>
            </a:r>
          </a:p>
          <a:p>
            <a:pPr algn="l"/>
            <a:endParaRPr lang="en-GB" sz="1800" dirty="0"/>
          </a:p>
          <a:p>
            <a:pPr marL="285750" indent="-285750" algn="l">
              <a:buFont typeface="Wingdings" panose="05000000000000000000" pitchFamily="2" charset="2"/>
              <a:buChar char="q"/>
            </a:pPr>
            <a:r>
              <a:rPr lang="en-IN" sz="1800" dirty="0"/>
              <a:t>Trains models sequentially, each correcting previous errors</a:t>
            </a:r>
          </a:p>
          <a:p>
            <a:pPr marL="285750" indent="-285750" algn="l">
              <a:buFont typeface="Wingdings" panose="05000000000000000000" pitchFamily="2" charset="2"/>
              <a:buChar char="q"/>
            </a:pPr>
            <a:r>
              <a:rPr lang="en-IN" sz="1800" dirty="0"/>
              <a:t>Assigns higher weights to misclassified samples</a:t>
            </a:r>
          </a:p>
          <a:p>
            <a:pPr marL="285750" indent="-285750" algn="l">
              <a:buFont typeface="Wingdings" panose="05000000000000000000" pitchFamily="2" charset="2"/>
              <a:buChar char="q"/>
            </a:pPr>
            <a:r>
              <a:rPr lang="en-IN" sz="1800" dirty="0"/>
              <a:t>Final prediction is made using weighted voting</a:t>
            </a:r>
          </a:p>
          <a:p>
            <a:pPr algn="l"/>
            <a:endParaRPr lang="en-GB" sz="1800" dirty="0"/>
          </a:p>
          <a:p>
            <a:pPr algn="l"/>
            <a:r>
              <a:rPr lang="en-GB" sz="1800" dirty="0"/>
              <a:t>This approach allows AdaBoost to improve its performance on difficult cases by progressively focusing on previously misclassified examples, ultimately creating a robust ensemble model. </a:t>
            </a:r>
          </a:p>
          <a:p>
            <a:pPr algn="l"/>
            <a:endParaRPr lang="en-GB" dirty="0"/>
          </a:p>
          <a:p>
            <a:pPr algn="l"/>
            <a:endParaRPr lang="en-GB" dirty="0"/>
          </a:p>
          <a:p>
            <a:pPr algn="l"/>
            <a:r>
              <a:rPr lang="en-GB" dirty="0"/>
              <a:t> </a:t>
            </a:r>
            <a:endParaRPr lang="en-IN" dirty="0"/>
          </a:p>
        </p:txBody>
      </p:sp>
    </p:spTree>
    <p:extLst>
      <p:ext uri="{BB962C8B-B14F-4D97-AF65-F5344CB8AC3E}">
        <p14:creationId xmlns:p14="http://schemas.microsoft.com/office/powerpoint/2010/main" val="2883772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5972B-A082-2DD2-50D7-B71E422ABAF6}"/>
              </a:ext>
            </a:extLst>
          </p:cNvPr>
          <p:cNvSpPr>
            <a:spLocks noGrp="1"/>
          </p:cNvSpPr>
          <p:nvPr>
            <p:ph type="title"/>
          </p:nvPr>
        </p:nvSpPr>
        <p:spPr/>
        <p:txBody>
          <a:bodyPr>
            <a:normAutofit/>
          </a:bodyPr>
          <a:lstStyle/>
          <a:p>
            <a:pPr rtl="0"/>
            <a:r>
              <a:rPr lang="en-GB" sz="1600" b="1" i="0" u="sng" strike="noStrike" kern="1200" baseline="0" dirty="0" err="1">
                <a:solidFill>
                  <a:srgbClr val="000000"/>
                </a:solidFill>
                <a:latin typeface="Calibri" panose="020F0502020204030204" pitchFamily="34" charset="0"/>
              </a:rPr>
              <a:t>Adaboost</a:t>
            </a:r>
            <a:r>
              <a:rPr lang="en-GB" sz="1600" b="1" i="0" u="sng" strike="noStrike" kern="1200" baseline="0" dirty="0">
                <a:solidFill>
                  <a:srgbClr val="000000"/>
                </a:solidFill>
                <a:latin typeface="Calibri" panose="020F0502020204030204" pitchFamily="34" charset="0"/>
              </a:rPr>
              <a:t> Working</a:t>
            </a:r>
            <a:br>
              <a:rPr lang="en-GB" sz="1600" b="1" i="0" u="sng" strike="noStrike" kern="1200" baseline="0" dirty="0">
                <a:solidFill>
                  <a:srgbClr val="000000"/>
                </a:solidFill>
                <a:latin typeface="Calibri" panose="020F0502020204030204" pitchFamily="34" charset="0"/>
              </a:rPr>
            </a:br>
            <a:br>
              <a:rPr lang="en-GB" sz="1600" b="1" i="0" u="none" strike="noStrike" kern="1200" baseline="0" dirty="0">
                <a:solidFill>
                  <a:srgbClr val="000000"/>
                </a:solidFill>
                <a:latin typeface="Calibri" panose="020F0502020204030204" pitchFamily="34" charset="0"/>
              </a:rPr>
            </a:br>
            <a:r>
              <a:rPr lang="en-GB" sz="1600" b="0" i="0" u="none" strike="noStrike" kern="1200" baseline="0" dirty="0">
                <a:solidFill>
                  <a:srgbClr val="000000"/>
                </a:solidFill>
                <a:latin typeface="Calibri" panose="020F0502020204030204" pitchFamily="34" charset="0"/>
              </a:rPr>
              <a:t>AdaBoost (Adaptive Boosting) assigns equal weights to all training samples initially and iteratively adjusts these weights by focusing more on misclassified data points for the next model. It effectively reduces bias and variance making it useful for classification tasks but it can be sensitive to noisy data and outliers.</a:t>
            </a:r>
          </a:p>
        </p:txBody>
      </p:sp>
      <p:pic>
        <p:nvPicPr>
          <p:cNvPr id="1026" name="Picture 2" descr="AdaBoost in Machine Learning - GeeksforGeeks">
            <a:extLst>
              <a:ext uri="{FF2B5EF4-FFF2-40B4-BE49-F238E27FC236}">
                <a16:creationId xmlns:a16="http://schemas.microsoft.com/office/drawing/2014/main" id="{A4B8F0ED-7D81-30C0-190D-8B00E92550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17802" y="1825625"/>
            <a:ext cx="7756395"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175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162095-ADEC-2A57-ACF7-AB24CBD672C4}"/>
              </a:ext>
            </a:extLst>
          </p:cNvPr>
          <p:cNvSpPr txBox="1"/>
          <p:nvPr/>
        </p:nvSpPr>
        <p:spPr>
          <a:xfrm>
            <a:off x="582706" y="1677830"/>
            <a:ext cx="10488705" cy="4524315"/>
          </a:xfrm>
          <a:prstGeom prst="rect">
            <a:avLst/>
          </a:prstGeom>
          <a:noFill/>
        </p:spPr>
        <p:txBody>
          <a:bodyPr wrap="square">
            <a:spAutoFit/>
          </a:bodyPr>
          <a:lstStyle/>
          <a:p>
            <a:r>
              <a:rPr lang="en-IN" b="1" dirty="0"/>
              <a:t>Step 1: Initial Model (B1)</a:t>
            </a:r>
          </a:p>
          <a:p>
            <a:r>
              <a:rPr lang="en-IN" dirty="0"/>
              <a:t>The dataset consists of multiple data points (red, blue and green circles). Equal weight is assigned to each data point. The first weak classifier attempts to create a decision boundary. 8 data points are wrongly classified.</a:t>
            </a:r>
          </a:p>
          <a:p>
            <a:endParaRPr lang="en-IN" dirty="0"/>
          </a:p>
          <a:p>
            <a:r>
              <a:rPr lang="en-IN" b="1" dirty="0"/>
              <a:t>Step 2: Adjusting Weights (B2)</a:t>
            </a:r>
          </a:p>
          <a:p>
            <a:r>
              <a:rPr lang="en-IN" dirty="0"/>
              <a:t>The misclassified points from B1 are assigned higher weights (shown as darker points in the next step). A new classifier is trained with a refined decision boundary focusing more on the previously misclassified points. Some previously misclassified points are now correctly classified. 6 data points are wrongly classified.</a:t>
            </a:r>
          </a:p>
          <a:p>
            <a:endParaRPr lang="en-IN" b="1" dirty="0"/>
          </a:p>
          <a:p>
            <a:r>
              <a:rPr lang="en-IN" b="1" dirty="0"/>
              <a:t>Step 3: Further Adjustment (B3)</a:t>
            </a:r>
          </a:p>
          <a:p>
            <a:r>
              <a:rPr lang="en-IN" dirty="0"/>
              <a:t>The newly misclassified points from B2 receive higher weights to ensure better classification. The classifier adjusts again using an improved decision boundary and 4 data points remain misclassified.</a:t>
            </a:r>
          </a:p>
          <a:p>
            <a:endParaRPr lang="en-IN" b="1" dirty="0"/>
          </a:p>
          <a:p>
            <a:r>
              <a:rPr lang="en-IN" b="1" dirty="0"/>
              <a:t>Step 4: Final Strong Model (B4 - Ensemble Model)</a:t>
            </a:r>
          </a:p>
          <a:p>
            <a:r>
              <a:rPr lang="en-IN" dirty="0"/>
              <a:t>The final ensemble classifier combines B1, B2 and B3 to get strengths of all weak classifiers. By aggregating multiple models the ensemble model achieves higher accuracy than any individual weak model.</a:t>
            </a:r>
          </a:p>
        </p:txBody>
      </p:sp>
      <p:sp>
        <p:nvSpPr>
          <p:cNvPr id="7" name="TextBox 6">
            <a:extLst>
              <a:ext uri="{FF2B5EF4-FFF2-40B4-BE49-F238E27FC236}">
                <a16:creationId xmlns:a16="http://schemas.microsoft.com/office/drawing/2014/main" id="{39516686-68CF-F13B-78E9-24D3BABB8A73}"/>
              </a:ext>
            </a:extLst>
          </p:cNvPr>
          <p:cNvSpPr txBox="1"/>
          <p:nvPr/>
        </p:nvSpPr>
        <p:spPr>
          <a:xfrm>
            <a:off x="582705" y="842700"/>
            <a:ext cx="10488705" cy="646331"/>
          </a:xfrm>
          <a:prstGeom prst="rect">
            <a:avLst/>
          </a:prstGeom>
          <a:noFill/>
        </p:spPr>
        <p:txBody>
          <a:bodyPr wrap="square">
            <a:spAutoFit/>
          </a:bodyPr>
          <a:lstStyle/>
          <a:p>
            <a:r>
              <a:rPr lang="en-GB" b="1" i="0" dirty="0">
                <a:solidFill>
                  <a:srgbClr val="273239"/>
                </a:solidFill>
                <a:effectLst/>
                <a:latin typeface="Nunito" pitchFamily="2" charset="0"/>
              </a:rPr>
              <a:t>The above diagram explains the AdaBoost algorithm in a very simple way. </a:t>
            </a:r>
          </a:p>
          <a:p>
            <a:r>
              <a:rPr lang="en-GB" b="1" i="0" dirty="0">
                <a:solidFill>
                  <a:srgbClr val="273239"/>
                </a:solidFill>
                <a:effectLst/>
                <a:latin typeface="Nunito" pitchFamily="2" charset="0"/>
              </a:rPr>
              <a:t>Let’s try to understand it in a stepwise process:</a:t>
            </a:r>
            <a:endParaRPr lang="en-IN" b="1" dirty="0"/>
          </a:p>
        </p:txBody>
      </p:sp>
    </p:spTree>
    <p:extLst>
      <p:ext uri="{BB962C8B-B14F-4D97-AF65-F5344CB8AC3E}">
        <p14:creationId xmlns:p14="http://schemas.microsoft.com/office/powerpoint/2010/main" val="1101040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edium">
            <a:extLst>
              <a:ext uri="{FF2B5EF4-FFF2-40B4-BE49-F238E27FC236}">
                <a16:creationId xmlns:a16="http://schemas.microsoft.com/office/drawing/2014/main" id="{0C96B4FD-3B8E-48F2-15B3-6EF888703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173" y="1218501"/>
            <a:ext cx="8639239" cy="4859572"/>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4BF8FED9-7EB8-C0C4-8E97-00FACA1897EE}"/>
              </a:ext>
            </a:extLst>
          </p:cNvPr>
          <p:cNvSpPr>
            <a:spLocks noGrp="1"/>
          </p:cNvSpPr>
          <p:nvPr>
            <p:ph type="subTitle" idx="1"/>
          </p:nvPr>
        </p:nvSpPr>
        <p:spPr>
          <a:xfrm>
            <a:off x="1165412" y="652650"/>
            <a:ext cx="9144000" cy="565851"/>
          </a:xfrm>
        </p:spPr>
        <p:txBody>
          <a:bodyPr/>
          <a:lstStyle/>
          <a:p>
            <a:pPr algn="l"/>
            <a:r>
              <a:rPr lang="en-IN" b="1" u="sng" dirty="0"/>
              <a:t>Example 2</a:t>
            </a:r>
          </a:p>
        </p:txBody>
      </p:sp>
    </p:spTree>
    <p:extLst>
      <p:ext uri="{BB962C8B-B14F-4D97-AF65-F5344CB8AC3E}">
        <p14:creationId xmlns:p14="http://schemas.microsoft.com/office/powerpoint/2010/main" val="621436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384</Words>
  <Application>Microsoft Office PowerPoint</Application>
  <PresentationFormat>Widescreen</PresentationFormat>
  <Paragraphs>26</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Light</vt:lpstr>
      <vt:lpstr>Nunito</vt:lpstr>
      <vt:lpstr>Wingdings</vt:lpstr>
      <vt:lpstr>Office Theme</vt:lpstr>
      <vt:lpstr>PowerPoint Presentation</vt:lpstr>
      <vt:lpstr>Adaboost Working  AdaBoost (Adaptive Boosting) assigns equal weights to all training samples initially and iteratively adjusts these weights by focusing more on misclassified data points for the next model. It effectively reduces bias and variance making it useful for classification tasks but it can be sensitive to noisy data and outliers.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Shibumon R</dc:creator>
  <cp:lastModifiedBy>Shibumon R</cp:lastModifiedBy>
  <cp:revision>16</cp:revision>
  <dcterms:created xsi:type="dcterms:W3CDTF">2026-09-21T03:21:49Z</dcterms:created>
  <dcterms:modified xsi:type="dcterms:W3CDTF">2026-09-21T05:14:02Z</dcterms:modified>
</cp:coreProperties>
</file>